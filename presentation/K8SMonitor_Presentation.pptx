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8CBA"/>
                </a:solidFill>
                <a:latin typeface="Calibri"/>
              </a:rPr>
              <a:t>K8S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AI-Powered Kubernetes Error Detection &amp; Auto-Fix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4F7FA"/>
                </a:solidFill>
                <a:latin typeface="Calibri"/>
              </a:rPr>
              <a:t>From Pod Failure  →  Root Cause  →  Pull Request  — 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8CBA"/>
                </a:solidFill>
                <a:latin typeface="Calibri"/>
              </a:rPr>
              <a:t>.NET 8  •  Kubernetes (Kind, local)  •  OpenAI GPT-4o Mini  • 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4F7FA"/>
                </a:solidFill>
                <a:latin typeface="Calibri"/>
              </a:rPr>
              <a:t>Internal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Production incidents are slow, repetitive, and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CBA"/>
                </a:solidFill>
                <a:latin typeface="Calibri"/>
              </a:rPr>
              <a:t>●  </a:t>
            </a:r>
            <a:r>
              <a:rPr sz="1700">
                <a:solidFill>
                  <a:srgbClr val="4A4A4A"/>
                </a:solidFill>
                <a:latin typeface="Calibri"/>
              </a:rPr>
              <a:t>Pods fail in production, often outside business hours</a:t>
            </a:r>
          </a:p>
          <a:p>
            <a:pPr lvl="1">
              <a:lnSpc>
                <a:spcPct val="115000"/>
              </a:lnSpc>
            </a:pPr>
            <a:r>
              <a:rPr sz="1500">
                <a:solidFill>
                  <a:srgbClr val="008CBA"/>
                </a:solidFill>
                <a:latin typeface="Calibri"/>
              </a:rPr>
              <a:t>–  </a:t>
            </a:r>
            <a:r>
              <a:rPr sz="1500">
                <a:solidFill>
                  <a:srgbClr val="4A4A4A"/>
                </a:solidFill>
                <a:latin typeface="Calibri"/>
              </a:rPr>
              <a:t>Engineers manually tail logs and dig for stack traces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CBA"/>
                </a:solidFill>
                <a:latin typeface="Calibri"/>
              </a:rPr>
              <a:t>●  </a:t>
            </a:r>
            <a:r>
              <a:rPr sz="1700">
                <a:solidFill>
                  <a:srgbClr val="4A4A4A"/>
                </a:solidFill>
                <a:latin typeface="Calibri"/>
              </a:rPr>
              <a:t>Same bug patterns reappear across services</a:t>
            </a:r>
          </a:p>
          <a:p>
            <a:pPr lvl="1">
              <a:lnSpc>
                <a:spcPct val="115000"/>
              </a:lnSpc>
            </a:pPr>
            <a:r>
              <a:rPr sz="1500">
                <a:solidFill>
                  <a:srgbClr val="008CBA"/>
                </a:solidFill>
                <a:latin typeface="Calibri"/>
              </a:rPr>
              <a:t>–  </a:t>
            </a:r>
            <a:r>
              <a:rPr sz="1500">
                <a:solidFill>
                  <a:srgbClr val="4A4A4A"/>
                </a:solidFill>
                <a:latin typeface="Calibri"/>
              </a:rPr>
              <a:t>Hours lost on root-cause investigation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CBA"/>
                </a:solidFill>
                <a:latin typeface="Calibri"/>
              </a:rPr>
              <a:t>●  </a:t>
            </a:r>
            <a:r>
              <a:rPr sz="1700">
                <a:solidFill>
                  <a:srgbClr val="4A4A4A"/>
                </a:solidFill>
                <a:latin typeface="Calibri"/>
              </a:rPr>
              <a:t>Fix → PR → review cycle is manual and slow</a:t>
            </a:r>
          </a:p>
          <a:p>
            <a:pPr lvl="1">
              <a:lnSpc>
                <a:spcPct val="115000"/>
              </a:lnSpc>
            </a:pPr>
            <a:r>
              <a:rPr sz="1500">
                <a:solidFill>
                  <a:srgbClr val="008CBA"/>
                </a:solidFill>
                <a:latin typeface="Calibri"/>
              </a:rPr>
              <a:t>–  </a:t>
            </a:r>
            <a:r>
              <a:rPr sz="1500">
                <a:solidFill>
                  <a:srgbClr val="4A4A4A"/>
                </a:solidFill>
                <a:latin typeface="Calibri"/>
              </a:rPr>
              <a:t>Mean Time To Resolution (MTTR) is high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8CBA"/>
                </a:solidFill>
                <a:latin typeface="Calibri"/>
              </a:rPr>
              <a:t>●  </a:t>
            </a:r>
            <a:r>
              <a:rPr sz="1700">
                <a:solidFill>
                  <a:srgbClr val="4A4A4A"/>
                </a:solidFill>
                <a:latin typeface="Calibri"/>
              </a:rPr>
              <a:t>Knowledge sits in a few senior engineers' heads</a:t>
            </a:r>
          </a:p>
          <a:p>
            <a:pPr lvl="1">
              <a:lnSpc>
                <a:spcPct val="115000"/>
              </a:lnSpc>
            </a:pPr>
            <a:r>
              <a:rPr sz="1500">
                <a:solidFill>
                  <a:srgbClr val="008CBA"/>
                </a:solidFill>
                <a:latin typeface="Calibri"/>
              </a:rPr>
              <a:t>–  </a:t>
            </a:r>
            <a:r>
              <a:rPr sz="1500">
                <a:solidFill>
                  <a:srgbClr val="4A4A4A"/>
                </a:solidFill>
                <a:latin typeface="Calibri"/>
              </a:rPr>
              <a:t>Hard to scale on-call rotations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645920"/>
            <a:ext cx="4937760" cy="4572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4937760" cy="457200"/>
          </a:xfrm>
          <a:prstGeom prst="rect">
            <a:avLst/>
          </a:prstGeom>
          <a:solidFill>
            <a:srgbClr val="008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What "good"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974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errors automatically, 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3832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033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root cause with AI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38912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7091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open a ready-to-review Pull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K8S Monitor?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A self-healing helper that closes the loop between detection and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Calibri"/>
              </a:rPr>
              <a:t>A .NET 8 job that scans your cluster, asks AI what's wrong, and opens a fix PR — hands-free.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6517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51760" cy="502920"/>
          </a:xfrm>
          <a:prstGeom prst="rect">
            <a:avLst/>
          </a:prstGeom>
          <a:solidFill>
            <a:srgbClr val="008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37744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Reads node &amp; pod status, tails pod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743200"/>
            <a:ext cx="26517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743200"/>
            <a:ext cx="2651760" cy="5029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761488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29000"/>
            <a:ext cx="237744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Matches error keywords + stack traces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26517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265176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61488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237744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GPT-4o Mini explains root cause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743200"/>
            <a:ext cx="26517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743200"/>
            <a:ext cx="2651760" cy="502920"/>
          </a:xfrm>
          <a:prstGeom prst="rect">
            <a:avLst/>
          </a:prstGeom>
          <a:solidFill>
            <a:srgbClr val="2E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761488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429000"/>
            <a:ext cx="237744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Auto-creates a GitHub Pull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8CBA"/>
                </a:solidFill>
                <a:latin typeface="Calibri"/>
              </a:rPr>
              <a:t>Runs as a Kubernetes CronJob — every 5 minutes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Six steps, fully automated, on every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14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Uses kubeconfig to reach the 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01168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Scan Pods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14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Reads tail logs (default 50 lines)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01168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514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Errors, exceptions, stack traces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20624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Ask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70916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GPT-4o Mini explains + proposes 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93192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6280" y="420624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605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Resolve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70916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Locates source file in GitHub repo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931920"/>
            <a:ext cx="365760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206240"/>
            <a:ext cx="822960" cy="82296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1605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/>
              </a:rPr>
              <a:t>Open 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70916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One unified PR per failing pod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Local Setup — Kubernetes in Docker (Kind)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We test everything locally on a Kind cluster before any prod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Calibri"/>
              </a:rPr>
              <a:t>Why Kind?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669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Spins up a real Kubernetes cluster inside Docker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No cloud cost, no shared environment risk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Same kubeconfig flow as production (EKS / AKS / GKE)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Easy to reset — delete &amp; recreate in seconds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Perfect for testing failure scenarios safely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554480"/>
            <a:ext cx="5120640" cy="4572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7A1A"/>
                </a:solidFill>
                <a:latin typeface="Calibri"/>
              </a:rPr>
              <a:t>Typical local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Consolas"/>
              </a:rPr>
              <a:t>kind create cluster --name k8s-monitor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0604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Consolas"/>
              </a:rPr>
              <a:t>kubectl apply -f sample-failing-app.yaml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Consolas"/>
              </a:rPr>
              <a:t>$env:DRY_RUN = "true"   # safe first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290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Consolas"/>
              </a:rPr>
              <a:t>dotnet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404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Consolas"/>
              </a:rPr>
              <a:t># Review AI output, then DRY_RUN=false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Pod Log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Reading the raw output of a container, directly from the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Logs written to stdout/stderr by the running container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Fetched via the Kubernetes API (kubectl logs)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Includes stack traces, startup errors, crashes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Available for every pod — no app changes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27A1A"/>
                </a:solidFill>
                <a:latin typeface="Calibri"/>
              </a:rPr>
              <a:t>When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Pod is crashing or in CrashLoopBackOff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Container never starts (config / image error)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Need the most recent failure context, fast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App doesn’t (yet) have proper telemetry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During incidents — quickest signal 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Pod Log Analysis —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Powerful for immediate signal, limited for deep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solidFill>
            <a:srgbClr val="2E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  ✓ 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Zero instrumentation — works out of the box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Real-time — see failures as they happen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Captures crashes that telemetry SDKs miss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Stack traces with file + line numbers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Cheap — no extra ingestion bill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A855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Language- and framework-agnostic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502920"/>
          </a:xfrm>
          <a:prstGeom prst="rect">
            <a:avLst/>
          </a:prstGeom>
          <a:solidFill>
            <a:srgbClr val="C0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727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  ✗  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1206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Lost when pod is deleted or restarts (no history)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Unstructured text — hard to query at scale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No request/user context, no correlation IDs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No business KPIs (latency, success rate)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Noisy — INFO/DEBUG mixed with real errors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B2B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Hard to alert on — needs external aggregator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Application Insights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Structured, queryable telemetry from inside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Azure-native telemetry: traces, requests, dependencies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Structured logs with properties, severity, operation IDs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Long retention, KQL queries, dashboards, alerts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CB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End-to-end correlation across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27A1A"/>
                </a:solidFill>
                <a:latin typeface="Calibri"/>
              </a:rPr>
              <a:t>When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Performance issues (slow APIs, slow DB calls)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Tracing a request across multiple services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Trend analysis — "this started 3 days ago"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Business metrics — success rate, P95 latency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7A1A"/>
                </a:solidFill>
                <a:latin typeface="Calibri"/>
              </a:rPr>
              <a:t>●  </a:t>
            </a:r>
            <a:r>
              <a:rPr sz="1500">
                <a:solidFill>
                  <a:srgbClr val="4A4A4A"/>
                </a:solidFill>
                <a:latin typeface="Calibri"/>
              </a:rPr>
              <a:t>Alerting &amp; SLO/SLA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Pod Logs  vs  Application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They complement each other — not either/or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10312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45920"/>
            <a:ext cx="429768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45920"/>
            <a:ext cx="4297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Pod Log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645920"/>
            <a:ext cx="4663440" cy="5029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645920"/>
            <a:ext cx="4663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Application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1031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Setup 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148840"/>
            <a:ext cx="4297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14884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None — built into K8s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148840"/>
            <a:ext cx="466344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14884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Requires SDK +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517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Data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65176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65176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Raw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651760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65176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Structured telemetry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21031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Retention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154680"/>
            <a:ext cx="4297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15468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Minutes – hours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154680"/>
            <a:ext cx="466344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Days – months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5760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Best for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65760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65760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Crashes, startup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657600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65760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Performance, trends, tracing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60520"/>
            <a:ext cx="21031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1605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160520"/>
            <a:ext cx="4297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16052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Free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160520"/>
            <a:ext cx="466344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16052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Pay per GB ingested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6344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634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Cross-service 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466344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466344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4663440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466344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Yes (correlation IDs)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166360"/>
            <a:ext cx="21031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/>
              </a:rPr>
              <a:t>Available when pod dies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5166360"/>
            <a:ext cx="4297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5166360"/>
            <a:ext cx="4023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5166360"/>
            <a:ext cx="466344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516636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Yes (already shipped)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8CBA"/>
                </a:solidFill>
                <a:latin typeface="Calibri"/>
              </a:rPr>
              <a:t>Rule of thumb:  Pod logs catch the failure  →  App Insights explains the journey that led to it.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When to Use Which?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A simple decision guide for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solidFill>
            <a:srgbClr val="008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Reach for POD LOGS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A pod is crashing right now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App fails to start (config / secrets / image)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You need a stack trace with file + line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Telemetry is missing, broken, or not yet wired up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Fast triage — first 60 seconds of an incident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CB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This is exactly what K8S Monitor automates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5029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727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Reach for APP INSIGHTS when…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1206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Investigating slow or intermittent issues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Tracing a request across multiple services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Comparing today vs last week (trends)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Building dashboards / SLO reports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Setting up production alerts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7A1A"/>
                </a:solidFill>
                <a:latin typeface="Calibri"/>
              </a:rPr>
              <a:t>●  </a:t>
            </a:r>
            <a:r>
              <a:rPr sz="1400">
                <a:solidFill>
                  <a:srgbClr val="4A4A4A"/>
                </a:solidFill>
                <a:latin typeface="Calibri"/>
              </a:rPr>
              <a:t>Root cause needs business context (user, tenant)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Benefits for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8CBA"/>
                </a:solidFill>
                <a:latin typeface="Calibri"/>
              </a:rPr>
              <a:t>What changes once K8S Monitor is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9748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97480" cy="640080"/>
          </a:xfrm>
          <a:prstGeom prst="rect">
            <a:avLst/>
          </a:prstGeom>
          <a:solidFill>
            <a:srgbClr val="008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331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MTTR drops from hours to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269748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697480" cy="64008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55648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331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Same quality of analysis every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269748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697480" cy="640080"/>
          </a:xfrm>
          <a:prstGeom prst="rect">
            <a:avLst/>
          </a:prstGeom>
          <a:solidFill>
            <a:srgbClr val="2E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55648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Scalable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331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Works while the on-call sleeps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737360"/>
            <a:ext cx="269748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737360"/>
            <a:ext cx="2697480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755648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51760"/>
            <a:ext cx="2331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Every fix is a reviewable Pull Request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Engineers stay focused on building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Calibri"/>
              </a:rPr>
              <a:t>K8S Monitor handles the repetitive "read logs, find file, write fix, open PR" loop.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K8S Monitor  |  AI-Powered Kubernetes Self-Healing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008CBA"/>
                </a:solidFill>
                <a:latin typeface="Calibri"/>
              </a:rPr>
              <a:t>Questions, demo, or a walk-through of the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F4F7FA"/>
                </a:solidFill>
                <a:latin typeface="Calibri"/>
              </a:rPr>
              <a:t>Repo:  K8SMonitor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Calibri"/>
              </a:rPr>
              <a:t>Stack:  .NET 8  •  Kind (local K8s)  •  OpenAI GPT-4o Mini  •  Octokit /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27A1A"/>
                </a:solidFill>
                <a:latin typeface="Calibri"/>
              </a:rPr>
              <a:t>Detect  •  Diagnose  •  Fix  —  Automatically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